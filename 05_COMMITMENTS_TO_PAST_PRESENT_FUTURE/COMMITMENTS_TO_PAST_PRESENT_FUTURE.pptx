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FACE_RECOGNITION | Category: SURVEILLANCE_CAMERA</a:t>
            </a:r>
          </a:p>
          <a:p>
            <a:r>
              <a:rPr sz="1400"/>
              <a:t>Upstream: https://github.com/ageitgey/face_recognition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FACE_RECOGNITION.</a:t>
            </a:r>
          </a:p>
          <a:p>
            <a:r>
              <a:rPr sz="1400"/>
              <a:t>Face recognition library with CCTV use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FACE_RECOGNITION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