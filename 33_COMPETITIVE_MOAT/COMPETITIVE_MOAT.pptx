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SURVEILLANCE_CAMERA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MIT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https://github.com/ageitgey/face_recognition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